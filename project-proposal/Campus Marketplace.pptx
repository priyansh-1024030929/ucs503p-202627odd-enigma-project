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59" r:id="rId5"/>
    <p:sldId id="261" r:id="rId6"/>
    <p:sldId id="260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68" d="100"/>
          <a:sy n="68" d="100"/>
        </p:scale>
        <p:origin x="5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719D-BA0C-C105-5A5A-8CC3FA7B8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BD77A-C48A-8BB3-D205-A1D928D2C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A655C-2BA5-BF8E-DEE5-D96B664D5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ED17-56C3-4CD2-ACB6-73BE9CF427E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FF7B-D471-35D8-AE0B-CAF1B93A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93B72-34B8-2FAE-2440-4C8FF982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0C57-0854-411E-9AF9-CFAEDFA4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37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304C-2EE8-DA03-D7B0-CFD72A5A5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93DB1-A674-7613-3C43-290845BC7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FD8F1-6AE7-8C15-D94B-91C3089A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ED17-56C3-4CD2-ACB6-73BE9CF427E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F8F6A-BEF8-02C7-8D62-65C6F7686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788EC-D768-C63C-F85F-5893B1232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0C57-0854-411E-9AF9-CFAEDFA4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435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0CC3-C60E-091A-0B8C-046796648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A9029-E232-04BC-863A-6F757DE36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F4F98-6CAD-9319-E1CA-F1FF2AD6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ED17-56C3-4CD2-ACB6-73BE9CF427E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C6A14-06A9-F0FA-14EA-4298884FC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712C6-4FDD-350C-76D1-E3981C30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0C57-0854-411E-9AF9-CFAEDFA4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427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8497-D09C-694B-42B3-0B7BB262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5FFED-CB9D-49F3-D8B3-D759C63C8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36946-213A-F8AE-A3D5-306E2F30C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1051C-BA43-B94D-77FC-AA494A690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ED17-56C3-4CD2-ACB6-73BE9CF427E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9AD0D-2E83-F9AA-7BF5-26D97ACF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F7C78-1611-B917-1A4E-2AE41065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0C57-0854-411E-9AF9-CFAEDFA4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18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E208B-0270-EB1C-C15C-4390159A3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6A344-C1B8-7A8D-616F-A23211D96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3325B-8418-D40C-DAB2-FB959C855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4C0B6D-5D40-A24C-35EB-1E4319B3D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3F0696-5582-1572-1110-394152B46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4CB63C-AE67-A079-A7B5-95EB2387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ED17-56C3-4CD2-ACB6-73BE9CF427E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00F3DA-CC87-9600-839D-7BC12334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EEFCF-933A-2187-0C1F-BAAEC765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0C57-0854-411E-9AF9-CFAEDFA4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0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77A55-CCF1-8C47-E58C-88247876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22F41F-BC69-3085-A2DF-B893ACE89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ED17-56C3-4CD2-ACB6-73BE9CF427E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95E5E-6FD7-5011-5307-01A0FF75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23555-CCD3-4C5E-009D-1F71D63E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0C57-0854-411E-9AF9-CFAEDFA4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53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310CEC-5889-B9C9-C6A9-1642A701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ED17-56C3-4CD2-ACB6-73BE9CF427E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A86F1-74A2-3841-AD7C-0E11FE1A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DC251-A718-5510-91DF-210519B7C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0C57-0854-411E-9AF9-CFAEDFA4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45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E110-AE3B-5615-C8BC-BD6755FA4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6BAFF-0D27-30CF-984D-9F748C6CC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98E2F-C7C5-EA69-50DF-BDDAB28E7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30FA0-30C8-5203-CE8E-ECED474E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ED17-56C3-4CD2-ACB6-73BE9CF427E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140B3-07C0-932A-CC07-231B8536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6F1DB-62C3-7352-D72E-D12EFF6F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0C57-0854-411E-9AF9-CFAEDFA4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39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EC27E-BCD0-EBDD-C1EA-A349ECA9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3DC0B-DE44-D773-9310-D33222FD8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24634-5C1B-9E0F-6B1A-D3C3E283B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79FB2-48F9-C7D7-E5F6-2C773F167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ED17-56C3-4CD2-ACB6-73BE9CF427E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4725A-FB55-3FA1-BF0C-2A7B8B97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66F53-2BBA-D586-7ABE-D9ABBB9D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0C57-0854-411E-9AF9-CFAEDFA4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817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B2A1-8151-0AA7-AFA5-0F56FA60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B6A0A-25FA-7B55-7D88-2C9D0514F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AC16C-2C12-56E6-F4EE-83817A66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ED17-56C3-4CD2-ACB6-73BE9CF427E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0EF63-BFDD-0E46-60BF-73F8E3350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81CF6-9C5B-BE9E-4C4A-0BF11080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0C57-0854-411E-9AF9-CFAEDFA4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86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45A905-3F46-9018-4ABB-4DBC622C3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6BE4D-B627-CA0E-E541-C698D4BB5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BE3F8-7DE4-EA78-958F-2BDE78621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ED17-56C3-4CD2-ACB6-73BE9CF427E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21199-7C0E-2C9F-D638-C36FE145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924C0-AAB7-BAB7-B69E-80B279B9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0C57-0854-411E-9AF9-CFAEDFA4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422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4ABA5C-99D4-5522-AD4A-80FB907F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74C11-C7A3-5650-C78E-AE1DDFBDD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1729-D1DC-929A-2D0D-470EDDE70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5ED17-56C3-4CD2-ACB6-73BE9CF427E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D26B5-4F70-5DC0-2D2B-CB0BA640D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68891-FD9F-5946-8FC7-0CE2ED206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E0C57-0854-411E-9AF9-CFAEDFA40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25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45F1A9-6D7B-D5F3-C84D-D46174FC3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7"/>
            <a:ext cx="121920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73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D002C7-D167-8773-37E9-1408DB522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DFC932-8F85-790A-E87F-BAC16F74F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9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68B277-3618-AA41-89F9-9F2AE73F2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175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2C41D2-B5CD-519F-89EC-EB37FA633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3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47DE31-8367-4859-5648-6F686C1C2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4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E94ABD-A080-E25F-9C29-D6927E3C7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84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911EB4-2CF2-289C-26F8-E5CE60EF3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09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F10D89-5AB8-771A-62BC-C59570929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2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FD1AB0-2B1B-64F6-609D-45C21209B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18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Piro Pirate</dc:creator>
  <cp:lastModifiedBy>Piro Pirate</cp:lastModifiedBy>
  <cp:revision>1</cp:revision>
  <dcterms:created xsi:type="dcterms:W3CDTF">2026-08-17T08:33:56Z</dcterms:created>
  <dcterms:modified xsi:type="dcterms:W3CDTF">2026-08-17T08:37:21Z</dcterms:modified>
</cp:coreProperties>
</file>